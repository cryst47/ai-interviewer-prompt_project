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8404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⚡ APPLIED PROMPT ENGINEERING &amp;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AI Mock Interviewer &amp;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Dynamic Interview Evaluator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End-to-End Multimodal Assessment Platform powered by Role Prompting, STAR Method Rubrics, and Strict JSON Schema Enforcement.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329184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Project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Topic: #4 AI Mock Interviewer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Tech: Python, Flask, Web Speech API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Engine: GPT-4o + Smart Heuristics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663440"/>
            <a:ext cx="329184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Prompt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3035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Persona-driven Role Prompting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Few-Shot Calibration &amp; JSON Rubrics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3-Phase Context Routing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663440"/>
            <a:ext cx="329184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Core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3035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Real-time S2S Room &amp; Captions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STAR Evaluation &amp; Rubric Scores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AI Benchmark &amp; 30-Day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&amp; PROJECT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Team &amp; Work Contribution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1965"/>
            <a:ext cx="3383280" cy="301406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4845"/>
            <a:ext cx="3017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rPr dirty="0"/>
              <a:t>Annimesh Sasmal</a:t>
            </a:r>
            <a:endParaRPr lang="en-US" dirty="0"/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rPr lang="en-US" dirty="0"/>
              <a:t>230301120173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92785" y="2731985"/>
            <a:ext cx="3017520" cy="1941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Prompt Engineer &amp; LLM Architect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Designed multi-persona Role System Prompts (Tech Lead, Mentor, Executive, HR).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Engineered the 4-Vector Evaluation Rubric (Technical Depth, STAR, Clarity, Confidence).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Crafted JSON schema constraints for deterministic machine-</a:t>
            </a:r>
            <a:r>
              <a:rPr dirty="0" err="1"/>
              <a:t>parsable</a:t>
            </a:r>
            <a:r>
              <a:rPr dirty="0"/>
              <a:t> LLM responses.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Formulated anti-gibberish &amp; lexical diversity guardrails against repetitive filler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1965"/>
            <a:ext cx="3383280" cy="301406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104845"/>
            <a:ext cx="3017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rPr dirty="0" err="1"/>
              <a:t>Swapnajit</a:t>
            </a:r>
            <a:r>
              <a:rPr dirty="0"/>
              <a:t> Sahoo</a:t>
            </a:r>
            <a:endParaRPr lang="en-US" dirty="0"/>
          </a:p>
          <a:p>
            <a:pPr>
              <a:defRPr sz="1500" b="1">
                <a:solidFill>
                  <a:srgbClr val="34D399"/>
                </a:solidFill>
              </a:defRPr>
            </a:pPr>
            <a:r>
              <a:rPr lang="en-US" dirty="0"/>
              <a:t>230301120179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480560" y="2731985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Backend Systems &amp; API Integration Lead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Architected Flask RESTful backend with session memory store and 0ms question </a:t>
            </a:r>
            <a:r>
              <a:rPr dirty="0" err="1"/>
              <a:t>preloader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Built the hybrid AI Engine integrating OpenAI GPT-4o with smart heuristic fallback.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Implemented PDF/DOCX resume parser extracting 50+ tech stack competencies.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Engineered dynamic final committee dossier &amp; 30-day mastery roadmap 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1965"/>
            <a:ext cx="3383280" cy="301406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104845"/>
            <a:ext cx="3017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rPr dirty="0"/>
              <a:t>Payal Nanda</a:t>
            </a:r>
            <a:endParaRPr lang="en-US" dirty="0"/>
          </a:p>
          <a:p>
            <a:pPr>
              <a:defRPr sz="1500" b="1">
                <a:solidFill>
                  <a:srgbClr val="A855F7"/>
                </a:solidFill>
              </a:defRPr>
            </a:pPr>
            <a:r>
              <a:rPr lang="en-US" dirty="0"/>
              <a:t>230301120130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2731985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Frontend &amp; Multimodal Experience Engineer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Designed the </a:t>
            </a:r>
            <a:r>
              <a:rPr dirty="0" err="1"/>
              <a:t>glassmorphism</a:t>
            </a:r>
            <a:r>
              <a:rPr dirty="0"/>
              <a:t> UI layout, design system, and sleek dark/light themes.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Implemented Speech-to-Speech HUD with natural neural voices and live closed captions.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Built interactive AI Benchmark sample drawer, stage proceed banners &amp; exit controls.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dirty="0"/>
              <a:t>•  Created real-time scorecards, competency bar charts, and printable dossiers.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FOUNDATION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07445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The Challenge with Traditional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Static Question Banks: Traditional platforms rely on static question lists that fail to adapt dynamically to candidate responses.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Absence of Actionable Feedback: Candidates receive binary pass/fail outcomes without deep rubric diagnostics on communication clarity or STAR structuring.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High Cost of Human Mock Interviews: Professional human mock interviewers cost $150–$300/hour, creating a steep accessibility barrier for students.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Unpreparedness for Spoken Pressure: Text-only drills leave candidates unprepared for real-world verbal communication and vocal pacing.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307445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Our AI Prompt-Engineered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Structured 3-Phase Simulation: Systematically progresses through Resume Verification, Domain Technical Rigor, and HR &amp; Future Vision.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Multi-Persona Interviewers: Switch seamlessly between Supportive Mentor, Rigorous Tech Lead, and Demanding Executive personas.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Objective STAR Rubric Scoring: Breaks down answers into Technical Depth, Structure, Communication, and Confidence metrics.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Zero-Friction Multimodal Voice: Integrated Web Speech API enables real-time spoken interview practice with live closed captions.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 &amp;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3-Phase Interview Pipeline &amp; Architecture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11946"/>
            <a:ext cx="2468880" cy="259137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9482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Resume Parser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52026"/>
            <a:ext cx="2103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PDF / DOCX / TXT Ingestion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Automated Skill Extraction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Persona Configuration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3/6/9 Round Select (Even Phase Split)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Zero-Latency Background Preload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474720"/>
            <a:ext cx="27432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2411946"/>
            <a:ext cx="2468880" cy="259137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59482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3-Phase Prompt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52026"/>
            <a:ext cx="2103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Phase 1: Resume Verification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Phase 2: Domain Technical Rigor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Phase 3: HR &amp; Future Vision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Strict JSON Schema Output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STAR Benchmark Answer Synthesis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3474720"/>
            <a:ext cx="274320" cy="36576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0" y="2411946"/>
            <a:ext cx="2468880" cy="259137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259482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Speech-to-Speech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52026"/>
            <a:ext cx="2103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Continuous Voice Dialogue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Natural Neural Voice Synthesizer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Live Real-Time Captions Stream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Instant AI Model Answer Popover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Lexical Diversity &amp; Spam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44000" y="3474720"/>
            <a:ext cx="274320" cy="36576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09760" y="2411946"/>
            <a:ext cx="2286000" cy="259137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59482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4. Final Committee Dossier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052026"/>
            <a:ext cx="19202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Hiring Verdict &amp; Summary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3-Phase Competency Bars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Grounded Strengths &amp; Gaps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30-Day Mastery Roadmap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Printable Evaluation Dossier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PROMPT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Prompt Engineering Concepts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Role Prompting &amp; Persona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Injects explicit system roles with distinct behavioral heuristics.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Example: Tech Lead prioritizes edge cases; Executive prioritizes ROI &amp; brevity.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Eliminates generic AI assistant tone and enforces rigorous hiring committee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Structured Output Enforcement (JSON Schema)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Enforces strict JSON schema for scores (0-100), verdicts, and actionable tips.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Guarantees deterministic, machine-parsable responses for the web UI.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Zero regex parsing failures or Markdown formatting breakdowns.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3. Evaluation Prompts &amp; Rubric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Explicit 4-pillar rubric: Technical Depth, STAR Structure, Clarity, Confidence.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Forces grounding with exact quotes/evidence extracted from user answers.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Defensive filters: Penalizes low lexical diversity &amp; repetitive filler babble.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4. Context Engineering &amp; Progressive Rigor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Maintains rolling multi-turn dialogue history across interview rounds.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Generates contextual follow-up probes based on previous gaps.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t>•  Pre-caches question matrix for instantaneous, zero-latency turn-taking.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1204FB-9B03-CED0-C539-8929DEDE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9" y="484270"/>
            <a:ext cx="11559396" cy="5889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Conclusion, Future Horizons &amp; Live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Project Accomplishments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Delivered end-to-end 3-Phase AI Mock Interviewer with voice, text, and adaptive questioning.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Demonstrated mastery of Role Prompting, Evaluation Prompts, and Schema Enforcement.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Implemented multimodal Speech-to-Speech HUD with real-time closed captions and AI benchmark answers.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Built-in offline intelligent engine guarantees 100% uptime without API dependencies.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Pre-generates question matrix for zero-latency turn-taking and produces 30-day mastery roadmaps.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Future Engineering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Computer Vision Integration: Real-time eye contact, posture, and micro-expression analysis via WebRTC.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Live Code Execution Sandbox: Real-time Python/JS compiler evaluating algorithm time/space complexity.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ATS &amp; LMS Integration: Enterprise dashboard for university placement cells and hiring teams.</a:t>
            </a:r>
          </a:p>
          <a:p>
            <a:pPr>
              <a:spcAft>
                <a:spcPts val="500"/>
              </a:spcAft>
              <a:defRPr sz="1150">
                <a:solidFill>
                  <a:srgbClr val="F8FAFC"/>
                </a:solidFill>
              </a:defRPr>
            </a:pPr>
            <a:r>
              <a:rPr sz="1600" dirty="0"/>
              <a:t>•  Fine-Tuned Specialized Evaluators: Llama-3 / Mistral </a:t>
            </a:r>
            <a:r>
              <a:rPr sz="1600" dirty="0" err="1"/>
              <a:t>LoRA</a:t>
            </a:r>
            <a:r>
              <a:rPr sz="1600" dirty="0"/>
              <a:t> adapters fine-tuned on real FAANG hiring rubrics.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966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Annimesh Sasmal</cp:lastModifiedBy>
  <cp:revision>4</cp:revision>
  <dcterms:created xsi:type="dcterms:W3CDTF">2013-01-27T09:14:16Z</dcterms:created>
  <dcterms:modified xsi:type="dcterms:W3CDTF">2026-10-05T06:52:09Z</dcterms:modified>
  <cp:category/>
</cp:coreProperties>
</file>